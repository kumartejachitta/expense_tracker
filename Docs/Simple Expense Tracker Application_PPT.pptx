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5219a3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5219a3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2d14cdd4_1_2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2d14cdd4_1_2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e2d14cdd4_1_2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e2d14cdd4_1_2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e2d14cdd4_1_2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e2d14cdd4_1_2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e2d14cdd4_1_2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e2d14cdd4_1_2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e2d14cdd4_1_2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e2d14cdd4_1_2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e2d14cdd4_1_2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e2d14cdd4_1_2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e2d14cdd4_1_2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e2d14cdd4_1_2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localhost:8501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KumarTejaChitta/Expense_tracker.git" TargetMode="External"/><Relationship Id="rId4" Type="http://schemas.openxmlformats.org/officeDocument/2006/relationships/hyperlink" Target="https://github.com/KumarTejaChitta/Expense_tracker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01325" y="428450"/>
            <a:ext cx="55893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Programming Assessment: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600">
                <a:latin typeface="Times New Roman"/>
                <a:ea typeface="Times New Roman"/>
                <a:cs typeface="Times New Roman"/>
                <a:sym typeface="Times New Roman"/>
              </a:rPr>
              <a:t>Simple Expense Tracker Application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Superscript&#10;" id="135" name="Google Shape;135;p13"/>
          <p:cNvSpPr txBox="1"/>
          <p:nvPr>
            <p:ph idx="1" type="subTitle"/>
          </p:nvPr>
        </p:nvSpPr>
        <p:spPr>
          <a:xfrm>
            <a:off x="376950" y="3919050"/>
            <a:ext cx="8520600" cy="12939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KUMAR TEJA CHITTA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December 7</a:t>
            </a:r>
            <a:r>
              <a:rPr baseline="30000" lang="en" sz="1500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 ,2025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64689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1" sz="36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3274500" cy="32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Solution Approach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Key Folders and Files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Setup and 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Execution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Test and Verify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Application Demo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7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Overview</a:t>
            </a:r>
            <a:endParaRPr b="1" sz="36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037400"/>
            <a:ext cx="7038900" cy="3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92">
                <a:solidFill>
                  <a:srgbClr val="569CD6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Simple Expense Tracker Application:</a:t>
            </a:r>
            <a:endParaRPr b="1" sz="2192">
              <a:solidFill>
                <a:srgbClr val="569CD6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Streamlit-based expense tracking application with a PostgreSQL backend for managing personal expenses with real-time visualizations and analytics.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92">
                <a:solidFill>
                  <a:srgbClr val="569CD6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b="1" sz="2192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22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Times New Roman"/>
              <a:buChar char="●"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Add expenses with category, amount spent, and date  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22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Times New Roman"/>
              <a:buChar char="●"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View total expenses across all categories  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22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Times New Roman"/>
              <a:buChar char="●"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Category-wise expense breakdown with pie chart  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22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Times New Roman"/>
              <a:buChar char="●"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Expense trends over time with line chart  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22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Times New Roman"/>
              <a:buChar char="●"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Identify highest and lowest spending categories  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22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Times New Roman"/>
              <a:buChar char="●"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Duplicate expense detection  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22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Times New Roman"/>
              <a:buChar char="●"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PostgreSQL database for persistent storage  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9722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ct val="100000"/>
              <a:buFont typeface="Times New Roman"/>
              <a:buChar char="●"/>
            </a:pPr>
            <a:r>
              <a:rPr lang="en" sz="2050">
                <a:solidFill>
                  <a:srgbClr val="CCCCCC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Clean and intuitive user interface</a:t>
            </a:r>
            <a:endParaRPr sz="2050">
              <a:solidFill>
                <a:srgbClr val="CCCCCC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200075"/>
            <a:ext cx="7038900" cy="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Approach</a:t>
            </a:r>
            <a:endParaRPr b="1" sz="36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089600" y="961275"/>
            <a:ext cx="3611100" cy="4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Architecture:</a:t>
            </a:r>
            <a:endParaRPr sz="30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569CD6"/>
              </a:buClr>
              <a:buSzPts val="1500"/>
              <a:buFont typeface="Times New Roman"/>
              <a:buAutoNum type="arabicPeriod"/>
            </a:pPr>
            <a:r>
              <a:rPr b="1" lang="en" sz="1500">
                <a:solidFill>
                  <a:srgbClr val="569CD6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3-Tier Design:</a:t>
            </a:r>
            <a:endParaRPr b="1" sz="1500">
              <a:solidFill>
                <a:srgbClr val="569CD6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Presentation Layer (UI)</a:t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Application Layer (Logic)</a:t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Layer (Database)</a:t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500"/>
              <a:buFont typeface="Times New Roman"/>
              <a:buAutoNum type="arabicPeriod"/>
            </a:pPr>
            <a:r>
              <a:rPr b="1" lang="en" sz="1500">
                <a:solidFill>
                  <a:srgbClr val="569CD6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Modular Components:</a:t>
            </a:r>
            <a:endParaRPr b="1" sz="1500">
              <a:solidFill>
                <a:srgbClr val="569CD6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Separation of concerns</a:t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Independent modules for each functionality</a:t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1500"/>
              <a:buFont typeface="Times New Roman"/>
              <a:buAutoNum type="arabicPeriod"/>
            </a:pPr>
            <a:r>
              <a:rPr b="1" lang="en" sz="1500">
                <a:solidFill>
                  <a:srgbClr val="569CD6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Technology Stack:</a:t>
            </a:r>
            <a:endParaRPr b="1" sz="1500">
              <a:solidFill>
                <a:srgbClr val="569CD6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b="1"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Backend:</a:t>
            </a: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Python</a:t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b="1"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Database:</a:t>
            </a: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PostgreSQL</a:t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b="1"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Frontend: </a:t>
            </a: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Streamlit</a:t>
            </a:r>
            <a:endParaRPr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SzPts val="1300"/>
              <a:buFont typeface="Times New Roman"/>
              <a:buChar char="●"/>
            </a:pPr>
            <a:r>
              <a:rPr b="1"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Visualization:</a:t>
            </a:r>
            <a:r>
              <a:rPr lang="en"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Plotly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6"/>
          <p:cNvSpPr txBox="1"/>
          <p:nvPr>
            <p:ph idx="2" type="body"/>
          </p:nvPr>
        </p:nvSpPr>
        <p:spPr>
          <a:xfrm>
            <a:off x="4700700" y="1026525"/>
            <a:ext cx="38268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Principles:</a:t>
            </a:r>
            <a:endParaRPr b="1" sz="30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Data validation at the entry point.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Duplicate prevention with DB constraints.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Real-time visualizations update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Error Handling at each layer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Secure credentials management (.env)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254450"/>
            <a:ext cx="70389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Folders and Files</a:t>
            </a:r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080900"/>
            <a:ext cx="7038900" cy="39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070026"/>
            <a:ext cx="7038900" cy="39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86625" y="134825"/>
            <a:ext cx="7038900" cy="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and Execution</a:t>
            </a:r>
            <a:endParaRPr b="1" sz="40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122225" y="961350"/>
            <a:ext cx="4088700" cy="3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569CD6"/>
              </a:buClr>
              <a:buSzPts val="2000"/>
              <a:buFont typeface="Times New Roman"/>
              <a:buAutoNum type="arabicPeriod"/>
            </a:pPr>
            <a:r>
              <a:rPr b="1" lang="en" sz="2000">
                <a:solidFill>
                  <a:srgbClr val="569CD6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Clone the Repository</a:t>
            </a:r>
            <a:endParaRPr b="1" sz="2000">
              <a:solidFill>
                <a:srgbClr val="569CD6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>
                <a:solidFill>
                  <a:srgbClr val="6A9955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git clone </a:t>
            </a:r>
            <a:r>
              <a:rPr lang="en">
                <a:solidFill>
                  <a:srgbClr val="FFD966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(https://github.com/KumarTejaChitta/Expense_tracker.git)</a:t>
            </a:r>
            <a:endParaRPr>
              <a:solidFill>
                <a:srgbClr val="FFD966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>
                <a:solidFill>
                  <a:srgbClr val="6A9955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cd</a:t>
            </a: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expense-tracker</a:t>
            </a:r>
            <a:endParaRPr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solidFill>
                  <a:srgbClr val="6796E6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Windows PowerShell</a:t>
            </a:r>
            <a:endParaRPr>
              <a:solidFill>
                <a:srgbClr val="6796E6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python -m venv .venv</a:t>
            </a:r>
            <a:endParaRPr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.\.venv\Scripts\Activate.ps1</a:t>
            </a:r>
            <a:endParaRPr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solidFill>
                  <a:srgbClr val="4A86E8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Windows Command Prompt</a:t>
            </a:r>
            <a:endParaRPr>
              <a:solidFill>
                <a:srgbClr val="4A86E8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python -m venv .venv</a:t>
            </a:r>
            <a:endParaRPr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.venv\Scripts\activate.bat</a:t>
            </a:r>
            <a:endParaRPr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solidFill>
                  <a:srgbClr val="4A86E8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Mac/Linux</a:t>
            </a:r>
            <a:endParaRPr>
              <a:solidFill>
                <a:srgbClr val="4A86E8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python -m venv .venv</a:t>
            </a:r>
            <a:endParaRPr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source .venv/bin/activate</a:t>
            </a:r>
            <a:endParaRPr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solidFill>
                  <a:srgbClr val="4A86E8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Install dependencies</a:t>
            </a:r>
            <a:endParaRPr>
              <a:solidFill>
                <a:srgbClr val="4A86E8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>
                <a:solidFill>
                  <a:srgbClr val="6A9955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pip</a:t>
            </a: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rgbClr val="6A9955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install -r requirements.txt</a:t>
            </a:r>
            <a:endParaRPr>
              <a:solidFill>
                <a:srgbClr val="6A9955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05"/>
          </a:p>
        </p:txBody>
      </p:sp>
      <p:sp>
        <p:nvSpPr>
          <p:cNvPr id="168" name="Google Shape;168;p18"/>
          <p:cNvSpPr txBox="1"/>
          <p:nvPr>
            <p:ph idx="2" type="body"/>
          </p:nvPr>
        </p:nvSpPr>
        <p:spPr>
          <a:xfrm>
            <a:off x="5428400" y="961350"/>
            <a:ext cx="3642900" cy="39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How to run locally</a:t>
            </a:r>
            <a:endParaRPr b="1" sz="20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796E6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 Make sure virtual environment is activated</a:t>
            </a:r>
            <a:endParaRPr>
              <a:solidFill>
                <a:srgbClr val="6796E6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>
                <a:solidFill>
                  <a:srgbClr val="6A9955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(.venv)</a:t>
            </a: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PS D:\expense-tracker&gt;</a:t>
            </a:r>
            <a:endParaRPr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A86E8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#Run the application</a:t>
            </a:r>
            <a:endParaRPr>
              <a:solidFill>
                <a:srgbClr val="4A86E8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</a:t>
            </a:r>
            <a:r>
              <a:rPr lang="en">
                <a:solidFill>
                  <a:srgbClr val="6A9955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streamlit run app.py</a:t>
            </a:r>
            <a:endParaRPr>
              <a:solidFill>
                <a:srgbClr val="6A9955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- The application will open in your browser at </a:t>
            </a:r>
            <a:r>
              <a:rPr lang="en" u="sng">
                <a:solidFill>
                  <a:srgbClr val="FFD966"/>
                </a:solidFill>
                <a:highlight>
                  <a:srgbClr val="1F1F1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http://localhost:8501</a:t>
            </a:r>
            <a:endParaRPr>
              <a:solidFill>
                <a:srgbClr val="FFD966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6A9955"/>
              </a:solidFill>
              <a:highlight>
                <a:srgbClr val="1F1F1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1" lang="en" sz="20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Set up PostgreSQL Database</a:t>
            </a:r>
            <a:endParaRPr b="1" sz="20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">
                <a:solidFill>
                  <a:srgbClr val="6796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 Database: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expense-tracker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- Run the SQL script to create the table.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- Configure </a:t>
            </a:r>
            <a:r>
              <a:rPr lang="en">
                <a:solidFill>
                  <a:srgbClr val="6A99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.env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with credentials.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123975"/>
            <a:ext cx="7038900" cy="7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and Verify</a:t>
            </a:r>
            <a:endParaRPr b="1" sz="36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961275"/>
            <a:ext cx="7038900" cy="3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S</a:t>
            </a:r>
            <a:r>
              <a:rPr b="1" lang="en" sz="1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cenario</a:t>
            </a:r>
            <a:r>
              <a:rPr b="1" lang="en" sz="1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Add expense → Success message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Duplicate entry → Warning message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Invalid date  → Error message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Summary visualization → 4 charts display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data included:</a:t>
            </a:r>
            <a:endParaRPr b="1" sz="16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15+ sample expenses across all categories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Multiple dates for trend analysis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Variety of amounts for meaningful charts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Methods:</a:t>
            </a:r>
            <a:endParaRPr b="1" sz="16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Manual functional testing of all features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Database integrity verification via pgAdmin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Edge case validation (boundaries, nulls)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Cross-browser compatibility testing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123975"/>
            <a:ext cx="7038900" cy="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D</a:t>
            </a:r>
            <a:r>
              <a:rPr b="1" lang="en" sz="4000">
                <a:solidFill>
                  <a:srgbClr val="569CD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emo</a:t>
            </a:r>
            <a:endParaRPr b="1" sz="4000">
              <a:solidFill>
                <a:srgbClr val="569CD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1078725" y="993900"/>
            <a:ext cx="7644600" cy="40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800" y="993900"/>
            <a:ext cx="7552126" cy="12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6800" y="2259250"/>
            <a:ext cx="2361100" cy="121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800" y="3473225"/>
            <a:ext cx="2361100" cy="152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77900" y="3661184"/>
            <a:ext cx="5191025" cy="1334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77900" y="2259250"/>
            <a:ext cx="5191025" cy="13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 txBox="1"/>
          <p:nvPr>
            <p:ph type="title"/>
          </p:nvPr>
        </p:nvSpPr>
        <p:spPr>
          <a:xfrm>
            <a:off x="67400" y="1515875"/>
            <a:ext cx="5023800" cy="3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Application GitHub link:</a:t>
            </a:r>
            <a:b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5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https://github.com/KumarTejaChitta/Expense_tracker.gi</a:t>
            </a:r>
            <a:r>
              <a:rPr lang="en" sz="1700" u="sng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r>
              <a:rPr lang="en" sz="3500"/>
              <a:t> </a:t>
            </a:r>
            <a:endParaRPr sz="3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